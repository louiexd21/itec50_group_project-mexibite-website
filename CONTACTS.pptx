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8946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7670" y="1143000"/>
            <a:ext cx="274266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735" y="2244726"/>
            <a:ext cx="9142410" cy="47752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735" y="7204076"/>
            <a:ext cx="9142410" cy="331152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165" indent="0" algn="ctr">
              <a:buNone/>
              <a:defRPr sz="2135"/>
            </a:lvl4pPr>
            <a:lvl5pPr marL="2437765" indent="0" algn="ctr">
              <a:buNone/>
              <a:defRPr sz="2135"/>
            </a:lvl5pPr>
            <a:lvl6pPr marL="3047365" indent="0" algn="ctr">
              <a:buNone/>
              <a:defRPr sz="2135"/>
            </a:lvl6pPr>
            <a:lvl7pPr marL="3656965" indent="0" algn="ctr">
              <a:buNone/>
              <a:defRPr sz="2135"/>
            </a:lvl7pPr>
            <a:lvl8pPr marL="4266565" indent="0" algn="ctr">
              <a:buNone/>
              <a:defRPr sz="2135"/>
            </a:lvl8pPr>
            <a:lvl9pPr marL="4875530" indent="0" algn="ctr">
              <a:buNone/>
              <a:defRPr sz="2135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705" y="3419476"/>
            <a:ext cx="10513772" cy="570547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705" y="9178926"/>
            <a:ext cx="10513772" cy="300037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553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054" y="3651250"/>
            <a:ext cx="5180699" cy="87026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1127" y="3651250"/>
            <a:ext cx="5180699" cy="87026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642" y="730250"/>
            <a:ext cx="10513772" cy="26511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642" y="3362326"/>
            <a:ext cx="5156890" cy="164782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5530" indent="0">
              <a:buNone/>
              <a:defRPr sz="213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642" y="5010150"/>
            <a:ext cx="5156890" cy="7369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1127" y="3362326"/>
            <a:ext cx="5182287" cy="164782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35" b="1"/>
            </a:lvl4pPr>
            <a:lvl5pPr marL="2437765" indent="0">
              <a:buNone/>
              <a:defRPr sz="2135" b="1"/>
            </a:lvl5pPr>
            <a:lvl6pPr marL="3047365" indent="0">
              <a:buNone/>
              <a:defRPr sz="2135" b="1"/>
            </a:lvl6pPr>
            <a:lvl7pPr marL="3656965" indent="0">
              <a:buNone/>
              <a:defRPr sz="2135" b="1"/>
            </a:lvl7pPr>
            <a:lvl8pPr marL="4266565" indent="0">
              <a:buNone/>
              <a:defRPr sz="2135" b="1"/>
            </a:lvl8pPr>
            <a:lvl9pPr marL="4875530" indent="0">
              <a:buNone/>
              <a:defRPr sz="213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1127" y="5010150"/>
            <a:ext cx="5182287" cy="7369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642" y="914400"/>
            <a:ext cx="3931553" cy="320040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2287" y="1974850"/>
            <a:ext cx="6171127" cy="9747250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642" y="4114800"/>
            <a:ext cx="3931553" cy="7623176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165" indent="0">
              <a:buNone/>
              <a:defRPr sz="1335"/>
            </a:lvl4pPr>
            <a:lvl5pPr marL="2437765" indent="0">
              <a:buNone/>
              <a:defRPr sz="1335"/>
            </a:lvl5pPr>
            <a:lvl6pPr marL="3047365" indent="0">
              <a:buNone/>
              <a:defRPr sz="1335"/>
            </a:lvl6pPr>
            <a:lvl7pPr marL="3656965" indent="0">
              <a:buNone/>
              <a:defRPr sz="1335"/>
            </a:lvl7pPr>
            <a:lvl8pPr marL="4266565" indent="0">
              <a:buNone/>
              <a:defRPr sz="1335"/>
            </a:lvl8pPr>
            <a:lvl9pPr marL="4875530" indent="0">
              <a:buNone/>
              <a:defRPr sz="133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642" y="914400"/>
            <a:ext cx="3931553" cy="320040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2287" y="1974850"/>
            <a:ext cx="6171127" cy="974725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165" indent="0">
              <a:buNone/>
              <a:defRPr sz="2665"/>
            </a:lvl4pPr>
            <a:lvl5pPr marL="2437765" indent="0">
              <a:buNone/>
              <a:defRPr sz="2665"/>
            </a:lvl5pPr>
            <a:lvl6pPr marL="3047365" indent="0">
              <a:buNone/>
              <a:defRPr sz="2665"/>
            </a:lvl6pPr>
            <a:lvl7pPr marL="3656965" indent="0">
              <a:buNone/>
              <a:defRPr sz="2665"/>
            </a:lvl7pPr>
            <a:lvl8pPr marL="4266565" indent="0">
              <a:buNone/>
              <a:defRPr sz="2665"/>
            </a:lvl8pPr>
            <a:lvl9pPr marL="4875530" indent="0">
              <a:buNone/>
              <a:defRPr sz="266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642" y="4114800"/>
            <a:ext cx="3931553" cy="7623176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165" indent="0">
              <a:buNone/>
              <a:defRPr sz="1335"/>
            </a:lvl4pPr>
            <a:lvl5pPr marL="2437765" indent="0">
              <a:buNone/>
              <a:defRPr sz="1335"/>
            </a:lvl5pPr>
            <a:lvl6pPr marL="3047365" indent="0">
              <a:buNone/>
              <a:defRPr sz="1335"/>
            </a:lvl6pPr>
            <a:lvl7pPr marL="3656965" indent="0">
              <a:buNone/>
              <a:defRPr sz="1335"/>
            </a:lvl7pPr>
            <a:lvl8pPr marL="4266565" indent="0">
              <a:buNone/>
              <a:defRPr sz="1335"/>
            </a:lvl8pPr>
            <a:lvl9pPr marL="4875530" indent="0">
              <a:buNone/>
              <a:defRPr sz="133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3383" y="730250"/>
            <a:ext cx="2628443" cy="1162367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054" y="730250"/>
            <a:ext cx="7732955" cy="1162367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054" y="730250"/>
            <a:ext cx="10513772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054" y="3651250"/>
            <a:ext cx="10513772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054" y="12712700"/>
            <a:ext cx="274272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898" y="12712700"/>
            <a:ext cx="4114085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9103" y="12712700"/>
            <a:ext cx="274272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ct val="267000"/>
        </a:spcBef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3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3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s 19"/>
          <p:cNvSpPr/>
          <p:nvPr/>
        </p:nvSpPr>
        <p:spPr>
          <a:xfrm>
            <a:off x="2" y="-40"/>
            <a:ext cx="12196229" cy="33522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907" y="349783"/>
            <a:ext cx="12189880" cy="914241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Rectangles 1"/>
          <p:cNvSpPr/>
          <p:nvPr/>
        </p:nvSpPr>
        <p:spPr>
          <a:xfrm>
            <a:off x="10250805" y="356870"/>
            <a:ext cx="1292860" cy="89725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5493385" y="628650"/>
            <a:ext cx="5967962" cy="368236"/>
            <a:chOff x="8555" y="430"/>
            <a:chExt cx="9400" cy="580"/>
          </a:xfrm>
        </p:grpSpPr>
        <p:sp>
          <p:nvSpPr>
            <p:cNvPr id="6" name="Text Box 5"/>
            <p:cNvSpPr txBox="1"/>
            <p:nvPr/>
          </p:nvSpPr>
          <p:spPr>
            <a:xfrm>
              <a:off x="8555" y="430"/>
              <a:ext cx="134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>
                  <a:latin typeface="Verdana" panose="020B0604030504040204" charset="0"/>
                  <a:cs typeface="Verdana" panose="020B0604030504040204" charset="0"/>
                </a:rPr>
                <a:t>Home</a:t>
              </a:r>
              <a:endParaRPr lang="en-US">
                <a:latin typeface="Verdana" panose="020B0604030504040204" charset="0"/>
                <a:cs typeface="Verdana" panose="020B0604030504040204" charset="0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13984" y="430"/>
              <a:ext cx="192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>
                  <a:solidFill>
                    <a:schemeClr val="tx1"/>
                  </a:solidFill>
                  <a:latin typeface="Verdana" panose="020B0604030504040204" charset="0"/>
                  <a:cs typeface="Verdana" panose="020B0604030504040204" charset="0"/>
                </a:rPr>
                <a:t>About Us</a:t>
              </a:r>
              <a:endParaRPr lang="en-US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0237" y="430"/>
              <a:ext cx="126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>
                  <a:latin typeface="Verdana" panose="020B0604030504040204" charset="0"/>
                  <a:cs typeface="Verdana" panose="020B0604030504040204" charset="0"/>
                </a:rPr>
                <a:t>Menu</a:t>
              </a:r>
              <a:endParaRPr lang="en-US">
                <a:latin typeface="Verdana" panose="020B0604030504040204" charset="0"/>
                <a:cs typeface="Verdana" panose="020B0604030504040204" charset="0"/>
              </a:endParaRPr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11758" y="430"/>
              <a:ext cx="205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>
                  <a:latin typeface="Verdana" panose="020B0604030504040204" charset="0"/>
                  <a:cs typeface="Verdana" panose="020B0604030504040204" charset="0"/>
                </a:rPr>
                <a:t>Deliveries</a:t>
              </a:r>
              <a:endParaRPr lang="en-US">
                <a:latin typeface="Verdana" panose="020B0604030504040204" charset="0"/>
                <a:cs typeface="Verdana" panose="020B0604030504040204" charset="0"/>
              </a:endParaRPr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16094" y="430"/>
              <a:ext cx="1861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>
                  <a:solidFill>
                    <a:schemeClr val="bg1"/>
                  </a:solidFill>
                  <a:latin typeface="Verdana" panose="020B0604030504040204" charset="0"/>
                  <a:cs typeface="Verdana" panose="020B0604030504040204" charset="0"/>
                </a:rPr>
                <a:t>Contacts</a:t>
              </a:r>
              <a:endParaRPr lang="en-US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pic>
        <p:nvPicPr>
          <p:cNvPr id="11" name="Picture 10" descr="logo-removebg-p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49" y="236774"/>
            <a:ext cx="1132008" cy="1139627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4914681" y="1361161"/>
            <a:ext cx="20091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>
                <a:solidFill>
                  <a:srgbClr val="C00000"/>
                </a:solidFill>
                <a:latin typeface="Verdana" panose="020B0604030504040204" charset="0"/>
                <a:cs typeface="Verdana" panose="020B0604030504040204" charset="0"/>
              </a:rPr>
              <a:t>CONTACTS</a:t>
            </a:r>
            <a:endParaRPr lang="en-US" sz="2400" b="1">
              <a:solidFill>
                <a:srgbClr val="C000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220165" y="1752243"/>
            <a:ext cx="576098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Lorem ipsum dolor sit amet, consectetur adipiscing elit, sed do eius mod tempor incididunt ut labore et dolore magna.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237449" y="2837928"/>
            <a:ext cx="147802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solidFill>
                  <a:srgbClr val="C00000"/>
                </a:solidFill>
                <a:latin typeface="Verdana" panose="020B0604030504040204" charset="0"/>
                <a:cs typeface="Verdana" panose="020B0604030504040204" charset="0"/>
              </a:rPr>
              <a:t>ADDRESS</a:t>
            </a:r>
            <a:endParaRPr lang="en-US" sz="1600" b="1">
              <a:solidFill>
                <a:srgbClr val="C000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237449" y="4163620"/>
            <a:ext cx="216306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Verdana" panose="020B0604030504040204" charset="0"/>
                <a:cs typeface="Verdana" panose="020B0604030504040204" charset="0"/>
              </a:rPr>
              <a:t>Working Hours</a:t>
            </a:r>
            <a:endParaRPr lang="en-US" b="1">
              <a:solidFill>
                <a:srgbClr val="C000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64515" y="4528185"/>
            <a:ext cx="4554855" cy="521970"/>
            <a:chOff x="673" y="11865"/>
            <a:chExt cx="7173" cy="822"/>
          </a:xfrm>
        </p:grpSpPr>
        <p:pic>
          <p:nvPicPr>
            <p:cNvPr id="24" name="Picture 23" descr="time-five-regular-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" y="12074"/>
              <a:ext cx="405" cy="405"/>
            </a:xfrm>
            <a:prstGeom prst="rect">
              <a:avLst/>
            </a:prstGeom>
          </p:spPr>
        </p:pic>
        <p:sp>
          <p:nvSpPr>
            <p:cNvPr id="25" name="Text Box 24"/>
            <p:cNvSpPr txBox="1"/>
            <p:nvPr/>
          </p:nvSpPr>
          <p:spPr>
            <a:xfrm>
              <a:off x="1064" y="11865"/>
              <a:ext cx="678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>
                  <a:latin typeface="Verdana" panose="020B0604030504040204" charset="0"/>
                  <a:cs typeface="Verdana" panose="020B0604030504040204" charset="0"/>
                </a:rPr>
                <a:t>Week days: 11:00 am to 8 pm,</a:t>
              </a:r>
              <a:endParaRPr lang="en-US" sz="1400">
                <a:latin typeface="Verdana" panose="020B0604030504040204" charset="0"/>
                <a:cs typeface="Verdana" panose="020B0604030504040204" charset="0"/>
              </a:endParaRPr>
            </a:p>
            <a:p>
              <a:r>
                <a:rPr lang="en-US" sz="1400">
                  <a:latin typeface="Verdana" panose="020B0604030504040204" charset="0"/>
                  <a:cs typeface="Verdana" panose="020B0604030504040204" charset="0"/>
                </a:rPr>
                <a:t>Saturday and Sunday: 11:00 pm to 9 pm</a:t>
              </a:r>
              <a:endParaRPr lang="en-US" sz="1400"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l="22177" t="25243" r="26091" b="7517"/>
          <a:stretch>
            <a:fillRect/>
          </a:stretch>
        </p:blipFill>
        <p:spPr>
          <a:xfrm>
            <a:off x="5492115" y="2872740"/>
            <a:ext cx="4969510" cy="3632835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28" name="Text Box 27"/>
          <p:cNvSpPr txBox="1"/>
          <p:nvPr/>
        </p:nvSpPr>
        <p:spPr>
          <a:xfrm>
            <a:off x="237449" y="4997865"/>
            <a:ext cx="216306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C00000"/>
                </a:solidFill>
                <a:latin typeface="Verdana" panose="020B0604030504040204" charset="0"/>
                <a:cs typeface="Verdana" panose="020B0604030504040204" charset="0"/>
              </a:rPr>
              <a:t>FOLOW US ON</a:t>
            </a:r>
            <a:endParaRPr lang="en-US" b="1">
              <a:solidFill>
                <a:srgbClr val="C0000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900273" y="5427042"/>
            <a:ext cx="1579605" cy="448867"/>
            <a:chOff x="8430" y="9772"/>
            <a:chExt cx="2488" cy="707"/>
          </a:xfrm>
        </p:grpSpPr>
        <p:pic>
          <p:nvPicPr>
            <p:cNvPr id="71" name="Picture 70" descr="facebook-circle-logo-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55" y="9807"/>
              <a:ext cx="638" cy="638"/>
            </a:xfrm>
            <a:prstGeom prst="rect">
              <a:avLst/>
            </a:prstGeom>
          </p:spPr>
        </p:pic>
        <p:pic>
          <p:nvPicPr>
            <p:cNvPr id="72" name="Picture 71" descr="instagram-logo-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12" y="9773"/>
              <a:ext cx="706" cy="706"/>
            </a:xfrm>
            <a:prstGeom prst="rect">
              <a:avLst/>
            </a:prstGeom>
          </p:spPr>
        </p:pic>
        <p:pic>
          <p:nvPicPr>
            <p:cNvPr id="73" name="Content Placeholder 21" descr="twitter-logo-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0" y="9772"/>
              <a:ext cx="706" cy="706"/>
            </a:xfrm>
            <a:prstGeom prst="rect">
              <a:avLst/>
            </a:prstGeom>
          </p:spPr>
        </p:pic>
      </p:grpSp>
      <p:sp>
        <p:nvSpPr>
          <p:cNvPr id="29" name="Rectangles 28"/>
          <p:cNvSpPr/>
          <p:nvPr/>
        </p:nvSpPr>
        <p:spPr>
          <a:xfrm>
            <a:off x="3810" y="7530465"/>
            <a:ext cx="12185650" cy="215582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4913630" y="7016750"/>
            <a:ext cx="19005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>
                <a:solidFill>
                  <a:srgbClr val="00B050"/>
                </a:solidFill>
                <a:latin typeface="Verdana" panose="020B0604030504040204" charset="0"/>
                <a:cs typeface="Verdana" panose="020B0604030504040204" charset="0"/>
              </a:rPr>
              <a:t>OUR BRANCH</a:t>
            </a:r>
            <a:endParaRPr lang="en-US" b="1">
              <a:solidFill>
                <a:srgbClr val="00B050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8117205" y="7800975"/>
            <a:ext cx="23444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</a:rPr>
              <a:t>MEXIBITE - TANZA</a:t>
            </a:r>
            <a:endParaRPr lang="en-US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1978660" y="7800975"/>
            <a:ext cx="29349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</a:rPr>
              <a:t>MEXIBITE - INOCENCIO</a:t>
            </a:r>
            <a:endParaRPr lang="en-US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885190" y="3120390"/>
            <a:ext cx="4234180" cy="521970"/>
            <a:chOff x="1394" y="10224"/>
            <a:chExt cx="6668" cy="822"/>
          </a:xfrm>
        </p:grpSpPr>
        <p:pic>
          <p:nvPicPr>
            <p:cNvPr id="17" name="Picture 16" descr="map-solid-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94" y="10397"/>
              <a:ext cx="476" cy="476"/>
            </a:xfrm>
            <a:prstGeom prst="rect">
              <a:avLst/>
            </a:prstGeom>
          </p:spPr>
        </p:pic>
        <p:sp>
          <p:nvSpPr>
            <p:cNvPr id="18" name="Text Box 17"/>
            <p:cNvSpPr txBox="1"/>
            <p:nvPr/>
          </p:nvSpPr>
          <p:spPr>
            <a:xfrm>
              <a:off x="1940" y="10224"/>
              <a:ext cx="612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1400">
                  <a:latin typeface="Verdana" panose="020B0604030504040204" charset="0"/>
                  <a:cs typeface="Verdana" panose="020B0604030504040204" charset="0"/>
                  <a:sym typeface="+mn-ea"/>
                </a:rPr>
                <a:t>Indang Road, </a:t>
              </a:r>
              <a:r>
                <a:rPr lang="en-US" sz="1400">
                  <a:latin typeface="Verdana" panose="020B0604030504040204" charset="0"/>
                  <a:cs typeface="Verdana" panose="020B0604030504040204" charset="0"/>
                </a:rPr>
                <a:t>Purok 4, Brgy Inocencio, Trece Martires City, Cavite, Philippines</a:t>
              </a:r>
              <a:endParaRPr lang="en-US" sz="1400"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949325" y="3620770"/>
            <a:ext cx="1708785" cy="306070"/>
            <a:chOff x="1495" y="10877"/>
            <a:chExt cx="2691" cy="482"/>
          </a:xfrm>
        </p:grpSpPr>
        <p:pic>
          <p:nvPicPr>
            <p:cNvPr id="21" name="Picture 20" descr="telephon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95" y="10916"/>
              <a:ext cx="405" cy="405"/>
            </a:xfrm>
            <a:prstGeom prst="rect">
              <a:avLst/>
            </a:prstGeom>
          </p:spPr>
        </p:pic>
        <p:sp>
          <p:nvSpPr>
            <p:cNvPr id="22" name="Text Box 21"/>
            <p:cNvSpPr txBox="1"/>
            <p:nvPr/>
          </p:nvSpPr>
          <p:spPr>
            <a:xfrm>
              <a:off x="1940" y="10877"/>
              <a:ext cx="2246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1400">
                  <a:latin typeface="Verdana" panose="020B0604030504040204" charset="0"/>
                  <a:cs typeface="Verdana" panose="020B0604030504040204" charset="0"/>
                </a:rPr>
                <a:t>09458449561</a:t>
              </a:r>
              <a:endParaRPr lang="en-US" sz="1400"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 rot="0">
            <a:off x="918845" y="3905250"/>
            <a:ext cx="3324225" cy="306070"/>
            <a:chOff x="690" y="11339"/>
            <a:chExt cx="5235" cy="482"/>
          </a:xfrm>
        </p:grpSpPr>
        <p:pic>
          <p:nvPicPr>
            <p:cNvPr id="36" name="Picture 35" descr="envelope-solid-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0" y="11364"/>
              <a:ext cx="433" cy="433"/>
            </a:xfrm>
            <a:prstGeom prst="rect">
              <a:avLst/>
            </a:prstGeom>
          </p:spPr>
        </p:pic>
        <p:sp>
          <p:nvSpPr>
            <p:cNvPr id="37" name="Text Box 36"/>
            <p:cNvSpPr txBox="1"/>
            <p:nvPr/>
          </p:nvSpPr>
          <p:spPr>
            <a:xfrm>
              <a:off x="1183" y="11339"/>
              <a:ext cx="474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1400">
                  <a:latin typeface="Verdana" panose="020B0604030504040204" charset="0"/>
                  <a:cs typeface="Verdana" panose="020B0604030504040204" charset="0"/>
                </a:rPr>
                <a:t>annacarissacanilao@yahoo.com</a:t>
              </a:r>
              <a:endParaRPr lang="en-US" sz="1400"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44" name="Text Box 43"/>
          <p:cNvSpPr txBox="1"/>
          <p:nvPr/>
        </p:nvSpPr>
        <p:spPr>
          <a:xfrm>
            <a:off x="2029460" y="8110855"/>
            <a:ext cx="2092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</a:rPr>
              <a:t>Manager’s Name</a:t>
            </a:r>
            <a:endParaRPr lang="en-US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8206105" y="8169275"/>
            <a:ext cx="2092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</a:rPr>
              <a:t>Manager’s Name</a:t>
            </a:r>
            <a:endParaRPr lang="en-US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46" name="Picture 45" descr="mapwhit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7075" y="8509635"/>
            <a:ext cx="257175" cy="257175"/>
          </a:xfrm>
          <a:prstGeom prst="rect">
            <a:avLst/>
          </a:prstGeom>
        </p:spPr>
      </p:pic>
      <p:sp>
        <p:nvSpPr>
          <p:cNvPr id="47" name="Text Box 46"/>
          <p:cNvSpPr txBox="1"/>
          <p:nvPr/>
        </p:nvSpPr>
        <p:spPr>
          <a:xfrm>
            <a:off x="2301875" y="8460105"/>
            <a:ext cx="289941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400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Indang Road, </a:t>
            </a:r>
            <a:r>
              <a:rPr lang="en-US" sz="1400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Purok 4, Brgy Inocencio, Trece Martires City, Cavite, Philippines</a:t>
            </a:r>
            <a:endParaRPr lang="en-US" sz="1400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2104390" y="9197340"/>
            <a:ext cx="28994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400" b="1">
                <a:solidFill>
                  <a:schemeClr val="accent6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Click to view Google Map</a:t>
            </a:r>
            <a:endParaRPr lang="en-US" sz="1400" b="1">
              <a:solidFill>
                <a:schemeClr val="accent6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pic>
        <p:nvPicPr>
          <p:cNvPr id="49" name="Picture 48" descr="mapwhit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0530" y="8571865"/>
            <a:ext cx="257175" cy="257175"/>
          </a:xfrm>
          <a:prstGeom prst="rect">
            <a:avLst/>
          </a:prstGeom>
        </p:spPr>
      </p:pic>
      <p:sp>
        <p:nvSpPr>
          <p:cNvPr id="50" name="Text Box 49"/>
          <p:cNvSpPr txBox="1"/>
          <p:nvPr/>
        </p:nvSpPr>
        <p:spPr>
          <a:xfrm>
            <a:off x="8307705" y="8537575"/>
            <a:ext cx="28994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400">
                <a:solidFill>
                  <a:schemeClr val="bg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Tanza, Cavite, Philippines</a:t>
            </a:r>
            <a:endParaRPr lang="en-US" sz="1400">
              <a:solidFill>
                <a:schemeClr val="bg1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8086090" y="9216390"/>
            <a:ext cx="289941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400" b="1">
                <a:solidFill>
                  <a:schemeClr val="accent6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Click to view Google Map</a:t>
            </a:r>
            <a:endParaRPr lang="en-US" sz="1400" b="1">
              <a:solidFill>
                <a:schemeClr val="accent6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WPS Presentation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Verdana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 A T I T U D E</cp:lastModifiedBy>
  <cp:revision>6</cp:revision>
  <dcterms:created xsi:type="dcterms:W3CDTF">2023-05-29T04:10:00Z</dcterms:created>
  <dcterms:modified xsi:type="dcterms:W3CDTF">2023-05-31T01:13:46Z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A89D6CDEA3374AD2AC5DAB95C40891EC</vt:lpwstr>
  </property>
  <property fmtid="{D5CDD505-2E9C-101B-9397-08002B2CF9AE}" pid="3" name="KSOProductBuildVer">
    <vt:lpwstr>1033-11.2.0.11537</vt:lpwstr>
  </property>
</Properties>
</file>