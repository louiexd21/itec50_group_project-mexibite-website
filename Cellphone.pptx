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12189460" cy="1371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718" y="2244726"/>
            <a:ext cx="9142305" cy="4775200"/>
          </a:xfrm>
        </p:spPr>
        <p:txBody>
          <a:bodyPr anchor="b"/>
          <a:lstStyle>
            <a:lvl1pPr algn="ctr">
              <a:defRPr sz="8000"/>
            </a:lvl1pPr>
          </a:lstStyle>
          <a:p>
            <a:r>
              <a:rPr lang="en-US" smtClean="0"/>
              <a:t>Click to edit Master title style</a:t>
            </a:r>
            <a:endParaRPr lang="en-US"/>
          </a:p>
        </p:txBody>
      </p:sp>
      <p:sp>
        <p:nvSpPr>
          <p:cNvPr id="3" name="Subtitle 2"/>
          <p:cNvSpPr>
            <a:spLocks noGrp="1"/>
          </p:cNvSpPr>
          <p:nvPr>
            <p:ph type="subTitle" idx="1"/>
          </p:nvPr>
        </p:nvSpPr>
        <p:spPr>
          <a:xfrm>
            <a:off x="1523718" y="7204076"/>
            <a:ext cx="9142305" cy="3311524"/>
          </a:xfrm>
        </p:spPr>
        <p:txBody>
          <a:bodyPr/>
          <a:lstStyle>
            <a:lvl1pPr marL="0" indent="0" algn="ctr">
              <a:buNone/>
              <a:defRPr sz="3200"/>
            </a:lvl1pPr>
            <a:lvl2pPr marL="609600" indent="0" algn="ctr">
              <a:buNone/>
              <a:defRPr sz="2665"/>
            </a:lvl2pPr>
            <a:lvl3pPr marL="1219200" indent="0" algn="ctr">
              <a:buNone/>
              <a:defRPr sz="2400"/>
            </a:lvl3pPr>
            <a:lvl4pPr marL="1828165" indent="0" algn="ctr">
              <a:buNone/>
              <a:defRPr sz="2135"/>
            </a:lvl4pPr>
            <a:lvl5pPr marL="2437765" indent="0" algn="ctr">
              <a:buNone/>
              <a:defRPr sz="2135"/>
            </a:lvl5pPr>
            <a:lvl6pPr marL="3047365" indent="0" algn="ctr">
              <a:buNone/>
              <a:defRPr sz="2135"/>
            </a:lvl6pPr>
            <a:lvl7pPr marL="3656965" indent="0" algn="ctr">
              <a:buNone/>
              <a:defRPr sz="2135"/>
            </a:lvl7pPr>
            <a:lvl8pPr marL="4266565" indent="0" algn="ctr">
              <a:buNone/>
              <a:defRPr sz="2135"/>
            </a:lvl8pPr>
            <a:lvl9pPr marL="4875530" indent="0" algn="ctr">
              <a:buNone/>
              <a:defRPr sz="2135"/>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96" y="3419476"/>
            <a:ext cx="10513651" cy="5705474"/>
          </a:xfrm>
        </p:spPr>
        <p:txBody>
          <a:bodyPr anchor="b"/>
          <a:lstStyle>
            <a:lvl1pPr>
              <a:defRPr sz="8000"/>
            </a:lvl1pPr>
          </a:lstStyle>
          <a:p>
            <a:r>
              <a:rPr lang="en-US" smtClean="0"/>
              <a:t>Click to edit Master title style</a:t>
            </a:r>
            <a:endParaRPr lang="en-US"/>
          </a:p>
        </p:txBody>
      </p:sp>
      <p:sp>
        <p:nvSpPr>
          <p:cNvPr id="3" name="Text Placeholder 2"/>
          <p:cNvSpPr>
            <a:spLocks noGrp="1"/>
          </p:cNvSpPr>
          <p:nvPr>
            <p:ph type="body" idx="1"/>
          </p:nvPr>
        </p:nvSpPr>
        <p:spPr>
          <a:xfrm>
            <a:off x="831696" y="9178926"/>
            <a:ext cx="10513651" cy="3000374"/>
          </a:xfrm>
        </p:spPr>
        <p:txBody>
          <a:bodyPr/>
          <a:lstStyle>
            <a:lvl1pPr marL="0" indent="0">
              <a:buNone/>
              <a:defRPr sz="3200">
                <a:solidFill>
                  <a:schemeClr val="tx1">
                    <a:tint val="75000"/>
                  </a:schemeClr>
                </a:solidFill>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165" indent="0">
              <a:buNone/>
              <a:defRPr sz="2135">
                <a:solidFill>
                  <a:schemeClr val="tx1">
                    <a:tint val="75000"/>
                  </a:schemeClr>
                </a:solidFill>
              </a:defRPr>
            </a:lvl4pPr>
            <a:lvl5pPr marL="2437765" indent="0">
              <a:buNone/>
              <a:defRPr sz="2135">
                <a:solidFill>
                  <a:schemeClr val="tx1">
                    <a:tint val="75000"/>
                  </a:schemeClr>
                </a:solidFill>
              </a:defRPr>
            </a:lvl5pPr>
            <a:lvl6pPr marL="3047365" indent="0">
              <a:buNone/>
              <a:defRPr sz="2135">
                <a:solidFill>
                  <a:schemeClr val="tx1">
                    <a:tint val="75000"/>
                  </a:schemeClr>
                </a:solidFill>
              </a:defRPr>
            </a:lvl6pPr>
            <a:lvl7pPr marL="3656965" indent="0">
              <a:buNone/>
              <a:defRPr sz="2135">
                <a:solidFill>
                  <a:schemeClr val="tx1">
                    <a:tint val="75000"/>
                  </a:schemeClr>
                </a:solidFill>
              </a:defRPr>
            </a:lvl7pPr>
            <a:lvl8pPr marL="4266565" indent="0">
              <a:buNone/>
              <a:defRPr sz="2135">
                <a:solidFill>
                  <a:schemeClr val="tx1">
                    <a:tint val="75000"/>
                  </a:schemeClr>
                </a:solidFill>
              </a:defRPr>
            </a:lvl8pPr>
            <a:lvl9pPr marL="4875530" indent="0">
              <a:buNone/>
              <a:defRPr sz="2135">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045" y="3651250"/>
            <a:ext cx="5180640" cy="870267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1056" y="3651250"/>
            <a:ext cx="5180640" cy="870267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632" y="730250"/>
            <a:ext cx="10513651" cy="2651126"/>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632" y="3362326"/>
            <a:ext cx="5156831" cy="1647824"/>
          </a:xfrm>
        </p:spPr>
        <p:txBody>
          <a:bodyPr anchor="b"/>
          <a:lstStyle>
            <a:lvl1pPr marL="0" indent="0">
              <a:buNone/>
              <a:defRPr sz="3200" b="1"/>
            </a:lvl1pPr>
            <a:lvl2pPr marL="609600" indent="0">
              <a:buNone/>
              <a:defRPr sz="2665" b="1"/>
            </a:lvl2pPr>
            <a:lvl3pPr marL="1219200" indent="0">
              <a:buNone/>
              <a:defRPr sz="2400" b="1"/>
            </a:lvl3pPr>
            <a:lvl4pPr marL="1828165"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5530" indent="0">
              <a:buNone/>
              <a:defRPr sz="2135"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632" y="5010150"/>
            <a:ext cx="5156831" cy="736917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1056" y="3362326"/>
            <a:ext cx="5182227" cy="1647824"/>
          </a:xfrm>
        </p:spPr>
        <p:txBody>
          <a:bodyPr anchor="b"/>
          <a:lstStyle>
            <a:lvl1pPr marL="0" indent="0">
              <a:buNone/>
              <a:defRPr sz="3200" b="1"/>
            </a:lvl1pPr>
            <a:lvl2pPr marL="609600" indent="0">
              <a:buNone/>
              <a:defRPr sz="2665" b="1"/>
            </a:lvl2pPr>
            <a:lvl3pPr marL="1219200" indent="0">
              <a:buNone/>
              <a:defRPr sz="2400" b="1"/>
            </a:lvl3pPr>
            <a:lvl4pPr marL="1828165"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5530" indent="0">
              <a:buNone/>
              <a:defRPr sz="2135"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1056" y="5010150"/>
            <a:ext cx="5182227" cy="736917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32" y="914400"/>
            <a:ext cx="3931508" cy="3200400"/>
          </a:xfrm>
        </p:spPr>
        <p:txBody>
          <a:bodyPr anchor="b"/>
          <a:lstStyle>
            <a:lvl1pPr>
              <a:defRPr sz="4265"/>
            </a:lvl1pPr>
          </a:lstStyle>
          <a:p>
            <a:r>
              <a:rPr lang="en-US" smtClean="0"/>
              <a:t>Click to edit Master title style</a:t>
            </a:r>
            <a:endParaRPr lang="en-US"/>
          </a:p>
        </p:txBody>
      </p:sp>
      <p:sp>
        <p:nvSpPr>
          <p:cNvPr id="3" name="Content Placeholder 2"/>
          <p:cNvSpPr>
            <a:spLocks noGrp="1"/>
          </p:cNvSpPr>
          <p:nvPr>
            <p:ph idx="1"/>
          </p:nvPr>
        </p:nvSpPr>
        <p:spPr>
          <a:xfrm>
            <a:off x="5182227" y="1974850"/>
            <a:ext cx="6171056" cy="9747250"/>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632" y="4114800"/>
            <a:ext cx="3931508" cy="7623176"/>
          </a:xfrm>
        </p:spPr>
        <p:txBody>
          <a:bodyPr/>
          <a:lstStyle>
            <a:lvl1pPr marL="0" indent="0">
              <a:buNone/>
              <a:defRPr sz="2135"/>
            </a:lvl1pPr>
            <a:lvl2pPr marL="609600" indent="0">
              <a:buNone/>
              <a:defRPr sz="1865"/>
            </a:lvl2pPr>
            <a:lvl3pPr marL="1219200" indent="0">
              <a:buNone/>
              <a:defRPr sz="1600"/>
            </a:lvl3pPr>
            <a:lvl4pPr marL="1828165" indent="0">
              <a:buNone/>
              <a:defRPr sz="1335"/>
            </a:lvl4pPr>
            <a:lvl5pPr marL="2437765" indent="0">
              <a:buNone/>
              <a:defRPr sz="1335"/>
            </a:lvl5pPr>
            <a:lvl6pPr marL="3047365" indent="0">
              <a:buNone/>
              <a:defRPr sz="1335"/>
            </a:lvl6pPr>
            <a:lvl7pPr marL="3656965" indent="0">
              <a:buNone/>
              <a:defRPr sz="1335"/>
            </a:lvl7pPr>
            <a:lvl8pPr marL="4266565" indent="0">
              <a:buNone/>
              <a:defRPr sz="1335"/>
            </a:lvl8pPr>
            <a:lvl9pPr marL="4875530" indent="0">
              <a:buNone/>
              <a:defRPr sz="133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32" y="914400"/>
            <a:ext cx="3931508" cy="3200400"/>
          </a:xfrm>
        </p:spPr>
        <p:txBody>
          <a:bodyPr anchor="b"/>
          <a:lstStyle>
            <a:lvl1pPr>
              <a:defRPr sz="4265"/>
            </a:lvl1pPr>
          </a:lstStyle>
          <a:p>
            <a:r>
              <a:rPr lang="en-US" smtClean="0"/>
              <a:t>Click to edit Master title style</a:t>
            </a:r>
            <a:endParaRPr lang="en-US"/>
          </a:p>
        </p:txBody>
      </p:sp>
      <p:sp>
        <p:nvSpPr>
          <p:cNvPr id="3" name="Picture Placeholder 2"/>
          <p:cNvSpPr>
            <a:spLocks noGrp="1"/>
          </p:cNvSpPr>
          <p:nvPr>
            <p:ph type="pic" idx="1"/>
          </p:nvPr>
        </p:nvSpPr>
        <p:spPr>
          <a:xfrm>
            <a:off x="5182227" y="1974850"/>
            <a:ext cx="6171056" cy="9747250"/>
          </a:xfrm>
        </p:spPr>
        <p:txBody>
          <a:bodyPr/>
          <a:lstStyle>
            <a:lvl1pPr marL="0" indent="0">
              <a:buNone/>
              <a:defRPr sz="4265"/>
            </a:lvl1pPr>
            <a:lvl2pPr marL="609600" indent="0">
              <a:buNone/>
              <a:defRPr sz="3735"/>
            </a:lvl2pPr>
            <a:lvl3pPr marL="1219200" indent="0">
              <a:buNone/>
              <a:defRPr sz="3200"/>
            </a:lvl3pPr>
            <a:lvl4pPr marL="1828165"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5530" indent="0">
              <a:buNone/>
              <a:defRPr sz="2665"/>
            </a:lvl9pPr>
          </a:lstStyle>
          <a:p>
            <a:endParaRPr lang="en-US"/>
          </a:p>
        </p:txBody>
      </p:sp>
      <p:sp>
        <p:nvSpPr>
          <p:cNvPr id="4" name="Text Placeholder 3"/>
          <p:cNvSpPr>
            <a:spLocks noGrp="1"/>
          </p:cNvSpPr>
          <p:nvPr>
            <p:ph type="body" sz="half" idx="2"/>
          </p:nvPr>
        </p:nvSpPr>
        <p:spPr>
          <a:xfrm>
            <a:off x="839632" y="4114800"/>
            <a:ext cx="3931508" cy="7623176"/>
          </a:xfrm>
        </p:spPr>
        <p:txBody>
          <a:bodyPr/>
          <a:lstStyle>
            <a:lvl1pPr marL="0" indent="0">
              <a:buNone/>
              <a:defRPr sz="2135"/>
            </a:lvl1pPr>
            <a:lvl2pPr marL="609600" indent="0">
              <a:buNone/>
              <a:defRPr sz="1865"/>
            </a:lvl2pPr>
            <a:lvl3pPr marL="1219200" indent="0">
              <a:buNone/>
              <a:defRPr sz="1600"/>
            </a:lvl3pPr>
            <a:lvl4pPr marL="1828165" indent="0">
              <a:buNone/>
              <a:defRPr sz="1335"/>
            </a:lvl4pPr>
            <a:lvl5pPr marL="2437765" indent="0">
              <a:buNone/>
              <a:defRPr sz="1335"/>
            </a:lvl5pPr>
            <a:lvl6pPr marL="3047365" indent="0">
              <a:buNone/>
              <a:defRPr sz="1335"/>
            </a:lvl6pPr>
            <a:lvl7pPr marL="3656965" indent="0">
              <a:buNone/>
              <a:defRPr sz="1335"/>
            </a:lvl7pPr>
            <a:lvl8pPr marL="4266565" indent="0">
              <a:buNone/>
              <a:defRPr sz="1335"/>
            </a:lvl8pPr>
            <a:lvl9pPr marL="4875530" indent="0">
              <a:buNone/>
              <a:defRPr sz="133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3283" y="730250"/>
            <a:ext cx="2628413" cy="11623676"/>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045" y="730250"/>
            <a:ext cx="7732866" cy="11623676"/>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045" y="730250"/>
            <a:ext cx="10513651" cy="2651126"/>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045" y="3651250"/>
            <a:ext cx="10513651" cy="8702676"/>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045" y="12712700"/>
            <a:ext cx="2742692" cy="730250"/>
          </a:xfrm>
          <a:prstGeom prst="rect">
            <a:avLst/>
          </a:prstGeom>
        </p:spPr>
        <p:txBody>
          <a:bodyPr vert="horz" lIns="91440" tIns="45720" rIns="91440" bIns="45720" rtlCol="0" anchor="ctr"/>
          <a:lstStyle>
            <a:lvl1pPr algn="l">
              <a:defRPr sz="16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7851" y="12712700"/>
            <a:ext cx="4114037" cy="73025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09004" y="12712700"/>
            <a:ext cx="2742692" cy="730250"/>
          </a:xfrm>
          <a:prstGeom prst="rect">
            <a:avLst/>
          </a:prstGeom>
        </p:spPr>
        <p:txBody>
          <a:bodyPr vert="horz" lIns="91440" tIns="45720" rIns="91440" bIns="45720" rtlCol="0" anchor="ctr"/>
          <a:lstStyle>
            <a:lvl1pPr algn="r">
              <a:defRPr sz="16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219200" rtl="0" eaLnBrk="1" latinLnBrk="0" hangingPunct="1">
        <a:lnSpc>
          <a:spcPct val="90000"/>
        </a:lnSpc>
        <a:spcBef>
          <a:spcPct val="0"/>
        </a:spcBef>
        <a:buNone/>
        <a:defRPr sz="5865" kern="1200">
          <a:solidFill>
            <a:schemeClr val="tx1"/>
          </a:solidFill>
          <a:latin typeface="+mj-lt"/>
          <a:ea typeface="+mj-ea"/>
          <a:cs typeface="+mj-cs"/>
        </a:defRPr>
      </a:lvl1pPr>
    </p:titleStyle>
    <p:bodyStyle>
      <a:lvl1pPr marL="304800" indent="-304800" algn="l" defTabSz="1219200" rtl="0" eaLnBrk="1" latinLnBrk="0" hangingPunct="1">
        <a:lnSpc>
          <a:spcPct val="90000"/>
        </a:lnSpc>
        <a:spcBef>
          <a:spcPct val="267000"/>
        </a:spcBef>
        <a:buFont typeface="Arial" panose="020B0604020202020204" pitchFamily="34" charset="0"/>
        <a:buChar char="•"/>
        <a:defRPr sz="3735" kern="1200">
          <a:solidFill>
            <a:schemeClr val="tx1"/>
          </a:solidFill>
          <a:latin typeface="+mn-lt"/>
          <a:ea typeface="+mn-ea"/>
          <a:cs typeface="+mn-cs"/>
        </a:defRPr>
      </a:lvl1pPr>
      <a:lvl2pPr marL="914400" indent="-304800" algn="l" defTabSz="1219200" rtl="0" eaLnBrk="1" latinLnBrk="0" hangingPunct="1">
        <a:lnSpc>
          <a:spcPct val="90000"/>
        </a:lnSpc>
        <a:spcBef>
          <a:spcPct val="134000"/>
        </a:spcBef>
        <a:buFont typeface="Arial" panose="020B0604020202020204" pitchFamily="34" charset="0"/>
        <a:buChar char="•"/>
        <a:defRPr sz="3200" kern="1200">
          <a:solidFill>
            <a:schemeClr val="tx1"/>
          </a:solidFill>
          <a:latin typeface="+mn-lt"/>
          <a:ea typeface="+mn-ea"/>
          <a:cs typeface="+mn-cs"/>
        </a:defRPr>
      </a:lvl2pPr>
      <a:lvl3pPr marL="1524000" indent="-304800" algn="l" defTabSz="1219200" rtl="0" eaLnBrk="1" latinLnBrk="0" hangingPunct="1">
        <a:lnSpc>
          <a:spcPct val="90000"/>
        </a:lnSpc>
        <a:spcBef>
          <a:spcPct val="134000"/>
        </a:spcBef>
        <a:buFont typeface="Arial" panose="020B0604020202020204" pitchFamily="34" charset="0"/>
        <a:buChar char="•"/>
        <a:defRPr sz="2665" kern="1200">
          <a:solidFill>
            <a:schemeClr val="tx1"/>
          </a:solidFill>
          <a:latin typeface="+mn-lt"/>
          <a:ea typeface="+mn-ea"/>
          <a:cs typeface="+mn-cs"/>
        </a:defRPr>
      </a:lvl3pPr>
      <a:lvl4pPr marL="2132965"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4pPr>
      <a:lvl5pPr marL="2742565"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5pPr>
      <a:lvl6pPr marL="3352165"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6pPr>
      <a:lvl7pPr marL="3961765"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7pPr>
      <a:lvl8pPr marL="4571365"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8pPr>
      <a:lvl9pPr marL="5180330"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662555" y="920750"/>
            <a:ext cx="6719570" cy="1257363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p>
            <a:pPr algn="ctr"/>
            <a:endParaRPr lang="en-US"/>
          </a:p>
        </p:txBody>
      </p:sp>
      <p:sp>
        <p:nvSpPr>
          <p:cNvPr id="20" name="Rectangles 19"/>
          <p:cNvSpPr/>
          <p:nvPr/>
        </p:nvSpPr>
        <p:spPr>
          <a:xfrm>
            <a:off x="2662555" y="1878965"/>
            <a:ext cx="6719570" cy="1930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rgbClr val="C00000"/>
              </a:solidFill>
            </a:endParaRPr>
          </a:p>
        </p:txBody>
      </p:sp>
      <p:sp>
        <p:nvSpPr>
          <p:cNvPr id="16" name="Rectangles 15"/>
          <p:cNvSpPr/>
          <p:nvPr/>
        </p:nvSpPr>
        <p:spPr>
          <a:xfrm>
            <a:off x="2662555" y="2072005"/>
            <a:ext cx="6719570" cy="657225"/>
          </a:xfrm>
          <a:prstGeom prst="rect">
            <a:avLst/>
          </a:prstGeom>
          <a:ln w="28575">
            <a:solidFill>
              <a:schemeClr val="tx1">
                <a:lumMod val="95000"/>
                <a:lumOff val="5000"/>
              </a:schemeClr>
            </a:solidFill>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p>
            <a:pPr algn="ctr"/>
            <a:endParaRPr lang="en-US"/>
          </a:p>
        </p:txBody>
      </p:sp>
      <p:sp>
        <p:nvSpPr>
          <p:cNvPr id="17" name="Rectangles 16"/>
          <p:cNvSpPr/>
          <p:nvPr/>
        </p:nvSpPr>
        <p:spPr>
          <a:xfrm>
            <a:off x="9382125" y="695325"/>
            <a:ext cx="1292860" cy="854075"/>
          </a:xfrm>
          <a:prstGeom prst="rect">
            <a:avLst/>
          </a:prstGeom>
          <a:gradFill>
            <a:gsLst>
              <a:gs pos="0">
                <a:srgbClr val="E30000"/>
              </a:gs>
              <a:gs pos="100000">
                <a:srgbClr val="760303"/>
              </a:gs>
            </a:gsLst>
            <a:lin scaled="0"/>
          </a:grad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grpSp>
        <p:nvGrpSpPr>
          <p:cNvPr id="18" name="Group 17"/>
          <p:cNvGrpSpPr/>
          <p:nvPr/>
        </p:nvGrpSpPr>
        <p:grpSpPr>
          <a:xfrm>
            <a:off x="677545" y="430530"/>
            <a:ext cx="5871845" cy="368300"/>
            <a:chOff x="8555" y="430"/>
            <a:chExt cx="9247" cy="580"/>
          </a:xfrm>
        </p:grpSpPr>
        <p:sp>
          <p:nvSpPr>
            <p:cNvPr id="21" name="Text Box 20"/>
            <p:cNvSpPr txBox="1"/>
            <p:nvPr/>
          </p:nvSpPr>
          <p:spPr>
            <a:xfrm>
              <a:off x="8555" y="430"/>
              <a:ext cx="1341" cy="580"/>
            </a:xfrm>
            <a:prstGeom prst="rect">
              <a:avLst/>
            </a:prstGeom>
            <a:noFill/>
          </p:spPr>
          <p:txBody>
            <a:bodyPr wrap="none" rtlCol="0">
              <a:spAutoFit/>
            </a:bodyPr>
            <a:p>
              <a:pPr algn="ctr"/>
              <a:r>
                <a:rPr lang="en-US">
                  <a:latin typeface="Verdana" panose="020B0604030504040204" charset="0"/>
                  <a:cs typeface="Verdana" panose="020B0604030504040204" charset="0"/>
                </a:rPr>
                <a:t>Home</a:t>
              </a:r>
              <a:endParaRPr lang="en-US">
                <a:latin typeface="Verdana" panose="020B0604030504040204" charset="0"/>
                <a:cs typeface="Verdana" panose="020B0604030504040204" charset="0"/>
              </a:endParaRPr>
            </a:p>
          </p:txBody>
        </p:sp>
        <p:sp>
          <p:nvSpPr>
            <p:cNvPr id="22" name="Text Box 21"/>
            <p:cNvSpPr txBox="1"/>
            <p:nvPr/>
          </p:nvSpPr>
          <p:spPr>
            <a:xfrm>
              <a:off x="14127" y="430"/>
              <a:ext cx="1638" cy="580"/>
            </a:xfrm>
            <a:prstGeom prst="rect">
              <a:avLst/>
            </a:prstGeom>
            <a:noFill/>
          </p:spPr>
          <p:txBody>
            <a:bodyPr wrap="none" rtlCol="0">
              <a:spAutoFit/>
            </a:bodyPr>
            <a:p>
              <a:pPr algn="ctr"/>
              <a:r>
                <a:rPr lang="en-US">
                  <a:solidFill>
                    <a:schemeClr val="bg1"/>
                  </a:solidFill>
                  <a:latin typeface="Verdana" panose="020B0604030504040204" charset="0"/>
                  <a:cs typeface="Verdana" panose="020B0604030504040204" charset="0"/>
                </a:rPr>
                <a:t>About Us</a:t>
              </a:r>
              <a:endParaRPr lang="en-US">
                <a:solidFill>
                  <a:schemeClr val="bg1"/>
                </a:solidFill>
                <a:latin typeface="Verdana" panose="020B0604030504040204" charset="0"/>
                <a:cs typeface="Verdana" panose="020B0604030504040204" charset="0"/>
              </a:endParaRPr>
            </a:p>
          </p:txBody>
        </p:sp>
        <p:sp>
          <p:nvSpPr>
            <p:cNvPr id="23" name="Text Box 22"/>
            <p:cNvSpPr txBox="1"/>
            <p:nvPr/>
          </p:nvSpPr>
          <p:spPr>
            <a:xfrm>
              <a:off x="10291" y="430"/>
              <a:ext cx="1153" cy="580"/>
            </a:xfrm>
            <a:prstGeom prst="rect">
              <a:avLst/>
            </a:prstGeom>
            <a:noFill/>
          </p:spPr>
          <p:txBody>
            <a:bodyPr wrap="none" rtlCol="0">
              <a:spAutoFit/>
            </a:bodyPr>
            <a:p>
              <a:pPr algn="ctr"/>
              <a:r>
                <a:rPr lang="en-US">
                  <a:latin typeface="Verdana" panose="020B0604030504040204" charset="0"/>
                  <a:cs typeface="Verdana" panose="020B0604030504040204" charset="0"/>
                </a:rPr>
                <a:t>Menu</a:t>
              </a:r>
              <a:endParaRPr lang="en-US">
                <a:latin typeface="Verdana" panose="020B0604030504040204" charset="0"/>
                <a:cs typeface="Verdana" panose="020B0604030504040204" charset="0"/>
              </a:endParaRPr>
            </a:p>
          </p:txBody>
        </p:sp>
        <p:sp>
          <p:nvSpPr>
            <p:cNvPr id="24" name="Text Box 23"/>
            <p:cNvSpPr txBox="1"/>
            <p:nvPr/>
          </p:nvSpPr>
          <p:spPr>
            <a:xfrm>
              <a:off x="11925" y="430"/>
              <a:ext cx="1721" cy="580"/>
            </a:xfrm>
            <a:prstGeom prst="rect">
              <a:avLst/>
            </a:prstGeom>
            <a:noFill/>
          </p:spPr>
          <p:txBody>
            <a:bodyPr wrap="none" rtlCol="0">
              <a:spAutoFit/>
            </a:bodyPr>
            <a:p>
              <a:pPr algn="ctr"/>
              <a:r>
                <a:rPr lang="en-US">
                  <a:latin typeface="Verdana" panose="020B0604030504040204" charset="0"/>
                  <a:cs typeface="Verdana" panose="020B0604030504040204" charset="0"/>
                </a:rPr>
                <a:t>Deliveries</a:t>
              </a:r>
              <a:endParaRPr lang="en-US">
                <a:latin typeface="Verdana" panose="020B0604030504040204" charset="0"/>
                <a:cs typeface="Verdana" panose="020B0604030504040204" charset="0"/>
              </a:endParaRPr>
            </a:p>
          </p:txBody>
        </p:sp>
        <p:sp>
          <p:nvSpPr>
            <p:cNvPr id="25" name="Text Box 24"/>
            <p:cNvSpPr txBox="1"/>
            <p:nvPr/>
          </p:nvSpPr>
          <p:spPr>
            <a:xfrm>
              <a:off x="16246" y="430"/>
              <a:ext cx="1557" cy="580"/>
            </a:xfrm>
            <a:prstGeom prst="rect">
              <a:avLst/>
            </a:prstGeom>
            <a:noFill/>
          </p:spPr>
          <p:txBody>
            <a:bodyPr wrap="none" rtlCol="0">
              <a:spAutoFit/>
            </a:bodyPr>
            <a:p>
              <a:pPr algn="ctr"/>
              <a:r>
                <a:rPr lang="en-US">
                  <a:latin typeface="Verdana" panose="020B0604030504040204" charset="0"/>
                  <a:cs typeface="Verdana" panose="020B0604030504040204" charset="0"/>
                </a:rPr>
                <a:t>Contacts</a:t>
              </a:r>
              <a:endParaRPr lang="en-US">
                <a:latin typeface="Verdana" panose="020B0604030504040204" charset="0"/>
                <a:cs typeface="Verdana" panose="020B0604030504040204" charset="0"/>
              </a:endParaRPr>
            </a:p>
          </p:txBody>
        </p:sp>
      </p:grpSp>
      <p:pic>
        <p:nvPicPr>
          <p:cNvPr id="26" name="Picture 25" descr="logo-removebg-preview"/>
          <p:cNvPicPr>
            <a:picLocks noChangeAspect="1"/>
          </p:cNvPicPr>
          <p:nvPr/>
        </p:nvPicPr>
        <p:blipFill>
          <a:blip r:embed="rId1"/>
          <a:stretch>
            <a:fillRect/>
          </a:stretch>
        </p:blipFill>
        <p:spPr>
          <a:xfrm>
            <a:off x="2938780" y="1958975"/>
            <a:ext cx="882015" cy="889000"/>
          </a:xfrm>
          <a:prstGeom prst="rect">
            <a:avLst/>
          </a:prstGeom>
        </p:spPr>
      </p:pic>
      <p:pic>
        <p:nvPicPr>
          <p:cNvPr id="28" name="Picture 27" descr="menu-regular-24"/>
          <p:cNvPicPr>
            <a:picLocks noChangeAspect="1"/>
          </p:cNvPicPr>
          <p:nvPr/>
        </p:nvPicPr>
        <p:blipFill>
          <a:blip r:embed="rId2"/>
          <a:stretch>
            <a:fillRect/>
          </a:stretch>
        </p:blipFill>
        <p:spPr>
          <a:xfrm>
            <a:off x="8524240" y="2144395"/>
            <a:ext cx="539115" cy="539115"/>
          </a:xfrm>
          <a:prstGeom prst="rect">
            <a:avLst/>
          </a:prstGeom>
        </p:spPr>
      </p:pic>
      <p:pic>
        <p:nvPicPr>
          <p:cNvPr id="29" name="Picture 28" descr="mexibtebg"/>
          <p:cNvPicPr>
            <a:picLocks noChangeAspect="1"/>
          </p:cNvPicPr>
          <p:nvPr/>
        </p:nvPicPr>
        <p:blipFill>
          <a:blip r:embed="rId3"/>
          <a:stretch>
            <a:fillRect/>
          </a:stretch>
        </p:blipFill>
        <p:spPr>
          <a:xfrm>
            <a:off x="2661920" y="2755900"/>
            <a:ext cx="6719570" cy="4745990"/>
          </a:xfrm>
          <a:prstGeom prst="rect">
            <a:avLst/>
          </a:prstGeom>
        </p:spPr>
      </p:pic>
      <p:grpSp>
        <p:nvGrpSpPr>
          <p:cNvPr id="34" name="Group 33"/>
          <p:cNvGrpSpPr/>
          <p:nvPr/>
        </p:nvGrpSpPr>
        <p:grpSpPr>
          <a:xfrm>
            <a:off x="4344035" y="3350260"/>
            <a:ext cx="3501390" cy="3953510"/>
            <a:chOff x="6841" y="4982"/>
            <a:chExt cx="5514" cy="6226"/>
          </a:xfrm>
        </p:grpSpPr>
        <p:sp>
          <p:nvSpPr>
            <p:cNvPr id="30" name="Rectangle: Rounded Corners 10"/>
            <p:cNvSpPr/>
            <p:nvPr/>
          </p:nvSpPr>
          <p:spPr>
            <a:xfrm>
              <a:off x="6841" y="4982"/>
              <a:ext cx="5515" cy="6226"/>
            </a:xfrm>
            <a:prstGeom prst="roundRect">
              <a:avLst/>
            </a:prstGeom>
            <a:solidFill>
              <a:srgbClr val="C00000">
                <a:alpha val="51000"/>
              </a:srgbClr>
            </a:solidFill>
            <a:ln>
              <a:noFill/>
            </a:ln>
            <a:effectLst>
              <a:outerShdw blurRad="50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PH" sz="1140"/>
            </a:p>
          </p:txBody>
        </p:sp>
        <p:sp>
          <p:nvSpPr>
            <p:cNvPr id="31" name="Text Box 30"/>
            <p:cNvSpPr txBox="1"/>
            <p:nvPr/>
          </p:nvSpPr>
          <p:spPr>
            <a:xfrm>
              <a:off x="7605" y="5344"/>
              <a:ext cx="4306" cy="5669"/>
            </a:xfrm>
            <a:prstGeom prst="rect">
              <a:avLst/>
            </a:prstGeom>
            <a:noFill/>
          </p:spPr>
          <p:txBody>
            <a:bodyPr wrap="square" rtlCol="0">
              <a:spAutoFit/>
            </a:bodyPr>
            <a:p>
              <a:r>
                <a:rPr lang="en-US" sz="1200">
                  <a:solidFill>
                    <a:schemeClr val="bg1"/>
                  </a:solidFill>
                  <a:sym typeface="+mn-ea"/>
                </a:rPr>
                <a:t>Mexibite is one of the popular restaurants in the barangay of Inocencio, Trece Martires City. It is known for its delectable, crispy, and various flavors of chicken wings, as well as the fact that it offers unlimited wings and rice. It started first at Trece Martires City Market in 2019, where it only offers nachos and tacos. Then they came up with the idea of making unli wings, which became popular and the best-selling food in their cuisines later on. However, as the pandamic became a hindrance to their restaurant, they were forced to go bankrupt due to strict implementations of health protocols. As the new normal approaches the country, they found a place here in Brgy. Inocencio, Trece Martires City.</a:t>
              </a:r>
              <a:endParaRPr lang="en-US" sz="1200">
                <a:solidFill>
                  <a:schemeClr val="bg1"/>
                </a:solidFill>
                <a:sym typeface="+mn-ea"/>
              </a:endParaRPr>
            </a:p>
          </p:txBody>
        </p:sp>
      </p:grpSp>
      <p:sp>
        <p:nvSpPr>
          <p:cNvPr id="33" name="TextBox 3"/>
          <p:cNvSpPr txBox="1"/>
          <p:nvPr/>
        </p:nvSpPr>
        <p:spPr>
          <a:xfrm>
            <a:off x="5034620" y="2752100"/>
            <a:ext cx="2028780" cy="306705"/>
          </a:xfrm>
          <a:prstGeom prst="rect">
            <a:avLst/>
          </a:prstGeom>
          <a:noFill/>
        </p:spPr>
        <p:txBody>
          <a:bodyPr wrap="square" rtlCol="0">
            <a:spAutoFit/>
          </a:bodyPr>
          <a:p>
            <a:pPr algn="ctr"/>
            <a:r>
              <a:rPr lang="en-PH" sz="1400" b="1" dirty="0">
                <a:solidFill>
                  <a:schemeClr val="bg1"/>
                </a:solidFill>
                <a:latin typeface="Corbel" panose="020B0503020204020204" pitchFamily="34" charset="0"/>
              </a:rPr>
              <a:t>ABOUT US</a:t>
            </a:r>
            <a:endParaRPr lang="en-PH" sz="1400" b="1" dirty="0">
              <a:solidFill>
                <a:schemeClr val="bg1"/>
              </a:solidFill>
              <a:latin typeface="Corbel" panose="020B0503020204020204" pitchFamily="34" charset="0"/>
            </a:endParaRPr>
          </a:p>
        </p:txBody>
      </p:sp>
      <p:cxnSp>
        <p:nvCxnSpPr>
          <p:cNvPr id="36" name="Straight Connector 35"/>
          <p:cNvCxnSpPr/>
          <p:nvPr/>
        </p:nvCxnSpPr>
        <p:spPr>
          <a:xfrm flipV="1">
            <a:off x="5255260" y="3121025"/>
            <a:ext cx="1732280" cy="5080"/>
          </a:xfrm>
          <a:prstGeom prst="line">
            <a:avLst/>
          </a:prstGeom>
        </p:spPr>
        <p:style>
          <a:lnRef idx="3">
            <a:schemeClr val="dk1"/>
          </a:lnRef>
          <a:fillRef idx="0">
            <a:schemeClr val="dk1"/>
          </a:fillRef>
          <a:effectRef idx="2">
            <a:schemeClr val="dk1"/>
          </a:effectRef>
          <a:fontRef idx="minor">
            <a:schemeClr val="tx1"/>
          </a:fontRef>
        </p:style>
      </p:cxnSp>
      <p:sp>
        <p:nvSpPr>
          <p:cNvPr id="35" name="Diamond 34"/>
          <p:cNvSpPr/>
          <p:nvPr/>
        </p:nvSpPr>
        <p:spPr>
          <a:xfrm>
            <a:off x="6015355" y="3060065"/>
            <a:ext cx="138430" cy="123190"/>
          </a:xfrm>
          <a:prstGeom prst="diamond">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PH" sz="1140" b="1"/>
          </a:p>
        </p:txBody>
      </p:sp>
      <p:pic>
        <p:nvPicPr>
          <p:cNvPr id="37" name="Picture 6" descr="No description available."/>
          <p:cNvPicPr>
            <a:picLocks noChangeAspect="1" noChangeArrowheads="1"/>
          </p:cNvPicPr>
          <p:nvPr/>
        </p:nvPicPr>
        <p:blipFill>
          <a:blip r:embed="rId4" cstate="print">
            <a:lum contrast="36000"/>
            <a:extLst>
              <a:ext uri="{28A0092B-C50C-407E-A947-70E740481C1C}">
                <a14:useLocalDpi xmlns:a14="http://schemas.microsoft.com/office/drawing/2010/main" val="0"/>
              </a:ext>
            </a:extLst>
          </a:blip>
          <a:srcRect/>
          <a:stretch>
            <a:fillRect/>
          </a:stretch>
        </p:blipFill>
        <p:spPr bwMode="auto">
          <a:xfrm>
            <a:off x="4215765" y="7633970"/>
            <a:ext cx="3692525" cy="2430145"/>
          </a:xfrm>
          <a:prstGeom prst="round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8" name="Rectangle: Rounded Corners 30"/>
          <p:cNvSpPr/>
          <p:nvPr/>
        </p:nvSpPr>
        <p:spPr>
          <a:xfrm rot="5400000">
            <a:off x="3168015" y="8244205"/>
            <a:ext cx="5708650" cy="4161155"/>
          </a:xfrm>
          <a:prstGeom prst="roundRect">
            <a:avLst/>
          </a:prstGeom>
          <a:noFill/>
          <a:ln w="57150" cap="flat" cmpd="sng" algn="ctr">
            <a:solidFill>
              <a:srgbClr val="FF0000"/>
            </a:solidFill>
            <a:prstDash val="solid"/>
            <a:round/>
            <a:headEnd type="none" w="med" len="med"/>
            <a:tailEnd type="none" w="med" len="med"/>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accent6"/>
          </a:fontRef>
        </p:style>
        <p:txBody>
          <a:bodyPr rtlCol="0" anchor="ctr"/>
          <a:p>
            <a:pPr algn="ctr"/>
            <a:endParaRPr lang="en-PH"/>
          </a:p>
        </p:txBody>
      </p:sp>
      <p:sp>
        <p:nvSpPr>
          <p:cNvPr id="44" name="Text Box 43"/>
          <p:cNvSpPr txBox="1"/>
          <p:nvPr/>
        </p:nvSpPr>
        <p:spPr>
          <a:xfrm>
            <a:off x="4409440" y="10104755"/>
            <a:ext cx="3409950" cy="2861310"/>
          </a:xfrm>
          <a:prstGeom prst="rect">
            <a:avLst/>
          </a:prstGeom>
          <a:noFill/>
        </p:spPr>
        <p:txBody>
          <a:bodyPr wrap="square" rtlCol="0">
            <a:spAutoFit/>
          </a:bodyPr>
          <a:p>
            <a:r>
              <a:rPr lang="en-US" sz="1200">
                <a:solidFill>
                  <a:srgbClr val="C00000"/>
                </a:solidFill>
                <a:sym typeface="+mn-ea"/>
              </a:rPr>
              <a:t>Mexibite </a:t>
            </a:r>
            <a:r>
              <a:rPr lang="en-US" sz="1200">
                <a:solidFill>
                  <a:schemeClr val="tx1"/>
                </a:solidFill>
                <a:sym typeface="+mn-ea"/>
              </a:rPr>
              <a:t>is one of the popular restaurants in the barangay of Inocencio, Trece Martires City. It is known for its delectable, crispy, and various flavors of chicken wings, as well as the fact that it offers unlimited wings and rice. It started first at Trece Martires City Market in 2019, where it only offers nachos and tacos. Then they came up with the idea of making unli wings, which became popular and the best-selling food in their cuisines later on. However, as the pandamic became a hindrance to their restaurant, they were forced to go bankrupt due to strict implementations of health protocols. As the new normal approaches the country, they found a place here in Brgy. Inocencio, Trece Martires City.</a:t>
            </a:r>
            <a:endParaRPr lang="en-US" sz="1200">
              <a:solidFill>
                <a:schemeClr val="tx1"/>
              </a:solidFill>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1464</Words>
  <Application>WPS Presentation</Application>
  <PresentationFormat>Widescreen</PresentationFormat>
  <Paragraphs>16</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Verdana</vt:lpstr>
      <vt:lpstr>Corbel</vt:lpstr>
      <vt:lpstr>Calibri</vt:lpstr>
      <vt:lpstr>Microsoft YaHei</vt:lpstr>
      <vt:lpstr>Arial Unicode MS</vt:lpstr>
      <vt:lpstr>Calibri Light</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L A T I T U D E</cp:lastModifiedBy>
  <cp:revision>2</cp:revision>
  <dcterms:created xsi:type="dcterms:W3CDTF">2023-05-29T11:35:00Z</dcterms:created>
  <dcterms:modified xsi:type="dcterms:W3CDTF">2023-05-31T01:13:51Z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526FF6061E184AD6A0FA9A1D11037B0D</vt:lpwstr>
  </property>
  <property fmtid="{D5CDD505-2E9C-101B-9397-08002B2CF9AE}" pid="3" name="KSOProductBuildVer">
    <vt:lpwstr>1033-11.2.0.11537</vt:lpwstr>
  </property>
</Properties>
</file>